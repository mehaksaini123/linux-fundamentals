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DevOps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Waterfall → Agile →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lifecycle with slower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Iterative development and collaboration.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Culture, automation and collaboration.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Flow, Feedback, Continual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Plan, Code, Build, Test, Release, Deploy, Operate, Monitor.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Git, Jenkins, GitHub Actions, Docker, Kubernetes, Terraform, Ansible, Prometheus, Grafana.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Speed, Quality, Automation,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DevOps accelerates software delivery while improving 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